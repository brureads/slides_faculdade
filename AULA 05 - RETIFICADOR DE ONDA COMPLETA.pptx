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332" r:id="rId2"/>
    <p:sldId id="334" r:id="rId3"/>
    <p:sldId id="415" r:id="rId4"/>
    <p:sldId id="416" r:id="rId5"/>
    <p:sldId id="417" r:id="rId6"/>
    <p:sldId id="420" r:id="rId7"/>
    <p:sldId id="445" r:id="rId8"/>
    <p:sldId id="421" r:id="rId9"/>
    <p:sldId id="423" r:id="rId10"/>
    <p:sldId id="424" r:id="rId11"/>
    <p:sldId id="425" r:id="rId12"/>
    <p:sldId id="426" r:id="rId13"/>
    <p:sldId id="444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14" r:id="rId28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68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21BE0-2D51-4946-B147-AD5846D8224B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6B2DA-F34E-45A6-8589-04A3D05382F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608AF-3DFE-4005-B4B0-35F6303C3ED4}" type="datetimeFigureOut">
              <a:rPr lang="pt-BR" smtClean="0"/>
              <a:pPr/>
              <a:t>09/09/2020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E9DC3-4551-42BC-9FA1-DB333836E1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67494"/>
            <a:ext cx="7772400" cy="3672408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Eletrônica I</a:t>
            </a:r>
            <a:b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</a:br>
            <a: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/>
            </a:r>
            <a:b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</a:br>
            <a: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Retificador de Onda Completa </a:t>
            </a:r>
            <a:b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</a:br>
            <a:r>
              <a:rPr lang="pt-BR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em ponte</a:t>
            </a:r>
            <a:endParaRPr lang="pt-BR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50180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27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28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29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26626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211960" y="1347614"/>
            <a:ext cx="4608512" cy="3096344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Na Figura é mostrado um retificador de onda completa em ponte. Com o uso de quatro diodos no lugar de dois, elimina-se o uso do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tap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central do transformador.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10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6" name="Imagem 15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9512" y="1275606"/>
            <a:ext cx="4104456" cy="266429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8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9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20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9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55976" y="1419622"/>
            <a:ext cx="4464496" cy="2376264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Durante o semiciclo positivo da tensão U2, os diodos D3 e D2 conduzem, D1 e D4 ficam reversamente polarizados e o resistor de carga R recebe todo o semiciclo positivo da tensão U2.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Imagem 8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1491630"/>
            <a:ext cx="4104456" cy="266429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1563638"/>
            <a:ext cx="4680520" cy="2088232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Durante o semiciclo negativo da tensão U2, devido à inversão da polaridade de U2. Os diodos D1 e D4 conduzem, e os diodos D2 e D3 ficam reversamente polarizados.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Imagem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1563638"/>
            <a:ext cx="3960440" cy="266429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6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1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1419622"/>
            <a:ext cx="8424936" cy="2139702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A corrente I percorre o resistor de carga sempre num mesmo sentido. Portanto a tensão U2 é sempre positiva. Na Figura abaixo são mostradas as formas de ondas sobre o resistor de carga e os diodos, considerando os diodos ideais.</a:t>
            </a:r>
          </a:p>
          <a:p>
            <a:r>
              <a:rPr lang="pt-BR" sz="2800" dirty="0" smtClean="0">
                <a:solidFill>
                  <a:schemeClr val="tx1"/>
                </a:solidFill>
              </a:rPr>
              <a:t> 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5" name="Imagem 14"/>
          <p:cNvPicPr/>
          <p:nvPr/>
        </p:nvPicPr>
        <p:blipFill>
          <a:blip r:embed="rId4" cstate="print"/>
          <a:srcRect l="68919" t="12308" b="34359"/>
          <a:stretch>
            <a:fillRect/>
          </a:stretch>
        </p:blipFill>
        <p:spPr bwMode="auto">
          <a:xfrm>
            <a:off x="7020272" y="2787774"/>
            <a:ext cx="1656184" cy="187220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4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/>
          <p:nvPr/>
        </p:nvPicPr>
        <p:blipFill>
          <a:blip r:embed="rId2" cstate="print"/>
          <a:srcRect r="36585"/>
          <a:stretch>
            <a:fillRect/>
          </a:stretch>
        </p:blipFill>
        <p:spPr bwMode="auto">
          <a:xfrm>
            <a:off x="1691680" y="339502"/>
            <a:ext cx="3744416" cy="388843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6" name="Imagem 1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370" t="10895" b="33549"/>
          <a:stretch>
            <a:fillRect/>
          </a:stretch>
        </p:blipFill>
        <p:spPr bwMode="auto">
          <a:xfrm>
            <a:off x="5580112" y="915566"/>
            <a:ext cx="2592288" cy="338437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5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  <p:pic>
        <p:nvPicPr>
          <p:cNvPr id="10" name="Picture 2" descr="Imagem relacionada"/>
          <p:cNvPicPr>
            <a:picLocks noChangeAspect="1" noChangeArrowheads="1" noCrop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91680" y="267494"/>
            <a:ext cx="5209502" cy="39450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7544" y="1203598"/>
            <a:ext cx="8280920" cy="2916324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Neste caso a frequência da tensão de saída dobra de valor, e a tensão média na carga também dobra, ou seja:</a:t>
            </a:r>
          </a:p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			Diodo ideal 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			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Vm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= 2V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/π</a:t>
            </a:r>
          </a:p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			Diodo com </a:t>
            </a:r>
            <a:r>
              <a:rPr lang="pt-BR" sz="2400" b="1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="1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γ</a:t>
            </a:r>
            <a:endParaRPr lang="pt-BR" sz="2400" b="1" baseline="-250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 		     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Vm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 2(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– 2V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γ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)/π</a:t>
            </a:r>
          </a:p>
          <a:p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1275606"/>
            <a:ext cx="8424936" cy="2862318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Em relação ao retificador que utiliza o transformadores com derivação de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tap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central, para se obter o mesmo rendimento em termos de tensão média, este transformador teria que fornecer no secundário o dobro de tensão do transformador utilizado pelo retificador em ponte. Tornando muito mais caro que a utilização de apenas 2 diodos.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283968" y="1347614"/>
            <a:ext cx="4608512" cy="2808312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Além disso, devido à grande utilização de pontes de diodo, estas podem ser encontradas comercialmente num único encapsulamento, reduzindo o tamanho do circuito e facilitando os projetos.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3314" name="Picture 2" descr="http://img.alibaba.com/photo/310522399/RS1_RS2_KBL_KBP_KBU_KBPC_BRIDGE_DIODE_BRID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91630"/>
            <a:ext cx="3960440" cy="2376264"/>
          </a:xfrm>
          <a:prstGeom prst="rect">
            <a:avLst/>
          </a:prstGeom>
          <a:noFill/>
        </p:spPr>
      </p:pic>
      <p:pic>
        <p:nvPicPr>
          <p:cNvPr id="10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9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347614"/>
            <a:ext cx="8424936" cy="2682298"/>
          </a:xfrm>
        </p:spPr>
        <p:txBody>
          <a:bodyPr>
            <a:noAutofit/>
          </a:bodyPr>
          <a:lstStyle/>
          <a:p>
            <a:endParaRPr lang="pt-BR" dirty="0" smtClean="0">
              <a:solidFill>
                <a:srgbClr val="002060"/>
              </a:solidFill>
            </a:endParaRP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Com a tensão média de carga pode-se calcular também a sua corrente média: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 				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/R </a:t>
            </a:r>
            <a:endParaRPr lang="pt-BR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347614"/>
            <a:ext cx="8208912" cy="2970330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Em relação às </a:t>
            </a:r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especificações dos diodos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, como cada diodo conduz corrente somente em um semiciclo, a corrente que eles devem suportar corresponde à metade da corrente média na carga. Quanto à tensão reversa , os diodos devem suportar a tensão de pico do secundário. Assim: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 		</a:t>
            </a:r>
            <a:r>
              <a:rPr lang="pt-BR" sz="28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8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DM </a:t>
            </a:r>
            <a:r>
              <a:rPr lang="pt-BR" sz="28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&gt;= </a:t>
            </a:r>
            <a:r>
              <a:rPr lang="pt-BR" sz="28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8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</a:t>
            </a:r>
            <a:r>
              <a:rPr lang="pt-BR" sz="28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/2   e   </a:t>
            </a:r>
            <a:r>
              <a:rPr lang="pt-BR" sz="28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br</a:t>
            </a:r>
            <a:r>
              <a:rPr lang="pt-BR" sz="28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&gt;= </a:t>
            </a:r>
            <a:r>
              <a:rPr lang="pt-BR" sz="28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8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pt-BR" sz="2800" baseline="-250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026" name="Picture 2" descr="Introdução ao Diodo - Tutorials - RoboCor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627534"/>
            <a:ext cx="3312368" cy="3312368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75656" y="195486"/>
            <a:ext cx="5544616" cy="864096"/>
          </a:xfrm>
        </p:spPr>
        <p:txBody>
          <a:bodyPr>
            <a:normAutofit/>
          </a:bodyPr>
          <a:lstStyle/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Exercício: De acordo com a figura calcule:</a:t>
            </a:r>
          </a:p>
        </p:txBody>
      </p:sp>
      <p:sp>
        <p:nvSpPr>
          <p:cNvPr id="10" name="Subtítulo 2"/>
          <p:cNvSpPr>
            <a:spLocks noGrp="1"/>
          </p:cNvSpPr>
          <p:nvPr>
            <p:ph type="subTitle" idx="1"/>
          </p:nvPr>
        </p:nvSpPr>
        <p:spPr>
          <a:xfrm>
            <a:off x="4536504" y="1635646"/>
            <a:ext cx="4427984" cy="1674186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 = 10</a:t>
            </a:r>
            <a:r>
              <a:rPr lang="el-G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Ω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e 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2rms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25V</a:t>
            </a:r>
          </a:p>
          <a:p>
            <a:pPr marL="514350" lvl="0" indent="-514350" algn="just">
              <a:buClr>
                <a:schemeClr val="accent6"/>
              </a:buClr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Tensão média de carga;</a:t>
            </a:r>
          </a:p>
          <a:p>
            <a:pPr marL="514350" lvl="0" indent="-514350" algn="just">
              <a:buClr>
                <a:schemeClr val="accent6"/>
              </a:buClr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Corrente média de carga;</a:t>
            </a:r>
          </a:p>
          <a:p>
            <a:pPr marL="514350" lvl="0" indent="-514350" algn="just">
              <a:buClr>
                <a:schemeClr val="accent6"/>
              </a:buClr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Especificações do diodo;</a:t>
            </a:r>
          </a:p>
          <a:p>
            <a:r>
              <a:rPr lang="pt-BR" sz="3300" dirty="0" smtClean="0">
                <a:solidFill>
                  <a:schemeClr val="tx1"/>
                </a:solidFill>
              </a:rPr>
              <a:t> </a:t>
            </a:r>
            <a:endParaRPr lang="pt-BR" sz="3300" dirty="0">
              <a:solidFill>
                <a:schemeClr val="tx1"/>
              </a:solidFill>
            </a:endParaRPr>
          </a:p>
        </p:txBody>
      </p:sp>
      <p:pic>
        <p:nvPicPr>
          <p:cNvPr id="9" name="Imagem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563638"/>
            <a:ext cx="3816424" cy="2160240"/>
          </a:xfrm>
          <a:prstGeom prst="rect">
            <a:avLst/>
          </a:prstGeom>
          <a:ln w="38100" cap="sq">
            <a:solidFill>
              <a:srgbClr val="002060"/>
            </a:solidFill>
            <a:prstDash val="solid"/>
            <a:miter lim="800000"/>
          </a:ln>
          <a:effectLst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6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1491630"/>
            <a:ext cx="8424936" cy="1368152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Para que a fonte de alimentação fique completa, falta filtrar a forma de onda a fim de retificá-la.  Isto pode ser feito inserindo um filtro capacitivo em paralelo com a carga.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ítulo 2"/>
          <p:cNvSpPr>
            <a:spLocks noGrp="1"/>
          </p:cNvSpPr>
          <p:nvPr>
            <p:ph type="subTitle" idx="1"/>
          </p:nvPr>
        </p:nvSpPr>
        <p:spPr>
          <a:xfrm>
            <a:off x="1763688" y="267494"/>
            <a:ext cx="5328592" cy="864096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A filtragem do sinal retificado pode ser explicada, analisando a figura abaixo: 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1" name="Imagem 10" descr="http://ivairsouza.com/circuitos_retificadores_arquivos/image04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91630"/>
            <a:ext cx="7344816" cy="244827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6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8" name="CaixaDeTexto 17"/>
          <p:cNvSpPr txBox="1"/>
          <p:nvPr/>
        </p:nvSpPr>
        <p:spPr>
          <a:xfrm>
            <a:off x="2123728" y="1184434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FF0000"/>
                </a:solidFill>
              </a:rPr>
              <a:t>Tensão de pico 42.42V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3419872" y="1275606"/>
            <a:ext cx="12961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FF0000"/>
                </a:solidFill>
              </a:rPr>
              <a:t>2 x camada de depleção 1.4V (2 x 0,7)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6588224" y="2571750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FF0000"/>
                </a:solidFill>
              </a:rPr>
              <a:t>Tensão média filtrada = 41.02V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444208" y="141962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FF0000"/>
                </a:solidFill>
              </a:rPr>
              <a:t>ripple= 0.1V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364088" y="3867894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FF0000"/>
                </a:solidFill>
              </a:rPr>
              <a:t>Resistor 1554 </a:t>
            </a:r>
            <a:r>
              <a:rPr lang="el-GR" sz="1400" dirty="0" smtClean="0">
                <a:solidFill>
                  <a:srgbClr val="FF0000"/>
                </a:solidFill>
              </a:rPr>
              <a:t>Ω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555776" y="2643758"/>
            <a:ext cx="5760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5220072" y="3435846"/>
            <a:ext cx="5760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7544" y="1347614"/>
            <a:ext cx="8280920" cy="2016224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Com o primeiro semiciclo do sinal retificado, o capacitor carrega-se através dos D1 e D3 até o valor de pico. Quando a tensão retificada diminui, os diodos que estavam conduzindo ficam reversamente polarizados, fazendo com que o capacitor se descarregue lentamente pela carga RL.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2427734"/>
            <a:ext cx="8568952" cy="1782198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Quando, no segundo semiciclo a tensão retificada fica maior que a tensão no capacitor,  dos diodos D2 e D4 passam a conduzir carregando novamente o capacitor até o valor de pico, e assim sucessivamente, formando uma ondulação denominada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ripple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098" name="Picture 2" descr="http://ivairsouza.com/circuitos_retificadores_arquivos/image047.gif"/>
          <p:cNvPicPr>
            <a:picLocks noChangeAspect="1" noChangeArrowheads="1"/>
          </p:cNvPicPr>
          <p:nvPr/>
        </p:nvPicPr>
        <p:blipFill>
          <a:blip r:embed="rId2" cstate="print"/>
          <a:srcRect b="49019"/>
          <a:stretch>
            <a:fillRect/>
          </a:stretch>
        </p:blipFill>
        <p:spPr bwMode="auto">
          <a:xfrm>
            <a:off x="1095711" y="771550"/>
            <a:ext cx="6860665" cy="158417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4" descr="3 - Eletrônica I"/>
          <p:cNvPicPr>
            <a:picLocks noChangeAspect="1" noChangeArrowheads="1"/>
          </p:cNvPicPr>
          <p:nvPr/>
        </p:nvPicPr>
        <p:blipFill>
          <a:blip r:embed="rId3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9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545636"/>
            <a:ext cx="8352928" cy="2322258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A descarga do capacitor é lenta devido a constante de tempo RC, ou seja, quanto maior o capacitor ou a resistência de carga, maior a constante de tempo menor o ripple.  Porém, mesmo com o ripple, percebe-se que a filtragem aumenta o valor médio da tensão de saída, que será chamada de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.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267494"/>
            <a:ext cx="5400600" cy="918102"/>
          </a:xfrm>
        </p:spPr>
        <p:txBody>
          <a:bodyPr>
            <a:noAutofit/>
          </a:bodyPr>
          <a:lstStyle/>
          <a:p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O valor do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ripple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pode ser calculado pela equação abaixo:</a:t>
            </a:r>
          </a:p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 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3138379" y="1275606"/>
            <a:ext cx="24674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V</a:t>
            </a:r>
            <a:r>
              <a:rPr kumimoji="0" lang="pt-BR" sz="2400" i="1" u="none" strike="noStrike" cap="none" normalizeH="0" baseline="-2500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r</a:t>
            </a:r>
            <a:r>
              <a:rPr kumimoji="0" lang="pt-BR" sz="2400" i="1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 = </a:t>
            </a: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V</a:t>
            </a:r>
            <a:r>
              <a:rPr kumimoji="0" lang="pt-BR" sz="2400" i="1" u="none" strike="noStrike" cap="none" normalizeH="0" baseline="-2500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mf</a:t>
            </a:r>
            <a:r>
              <a:rPr kumimoji="0" lang="pt-BR" sz="2400" i="1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/</a:t>
            </a: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f.R.C.</a:t>
            </a:r>
            <a:endParaRPr kumimoji="0" lang="pt-BR" sz="2400" i="1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95536" y="1923678"/>
            <a:ext cx="82809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Valor do ripple</a:t>
            </a:r>
          </a:p>
          <a:p>
            <a:pPr algn="just"/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tensão média na carga após a filtragem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f = frequência de ondulação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 = resistência da carga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 = capacitor de filtro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2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6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491630"/>
            <a:ext cx="8280920" cy="2106234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Assim para o projeto de uma fonte de alimentação deve-se, antes, estipular a tensão média de saída e o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ripple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desejados para, em seguida, calcular o capacitor necessário para a filtragem, as especificações dos diodos e as especificações do transformador.</a:t>
            </a:r>
            <a:endParaRPr lang="pt-BR" sz="28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8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536" y="195486"/>
            <a:ext cx="8350696" cy="756084"/>
          </a:xfrm>
        </p:spPr>
        <p:txBody>
          <a:bodyPr>
            <a:normAutofit/>
          </a:bodyPr>
          <a:lstStyle/>
          <a:p>
            <a:r>
              <a:rPr lang="pt-BR" sz="32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Projeto de uma fonte cc</a:t>
            </a:r>
            <a:endParaRPr lang="pt-BR" sz="3200" b="1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75606"/>
            <a:ext cx="8352928" cy="2988332"/>
          </a:xfrm>
        </p:spPr>
        <p:txBody>
          <a:bodyPr>
            <a:noAutofit/>
          </a:bodyPr>
          <a:lstStyle/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1º passo:  Estipular a tensão média de saída e o ripple desejados.</a:t>
            </a:r>
            <a:endParaRPr lang="pt-BR" sz="24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Com estes valores em mãos conseguiremos calcular o capacitor de filtro desejado.</a:t>
            </a:r>
          </a:p>
          <a:p>
            <a:pPr algn="just"/>
            <a:r>
              <a:rPr lang="pt-BR" sz="2400" b="1" dirty="0" smtClean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 </a:t>
            </a:r>
            <a:endParaRPr lang="pt-BR" sz="2400" dirty="0" smtClean="0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138379" y="3262213"/>
            <a:ext cx="24674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V</a:t>
            </a:r>
            <a:r>
              <a:rPr kumimoji="0" lang="pt-BR" sz="2400" i="1" u="none" strike="noStrike" cap="none" normalizeH="0" baseline="-2500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r</a:t>
            </a:r>
            <a:r>
              <a:rPr kumimoji="0" lang="pt-BR" sz="2400" i="1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 = </a:t>
            </a: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V</a:t>
            </a:r>
            <a:r>
              <a:rPr kumimoji="0" lang="pt-BR" sz="2400" i="1" u="none" strike="noStrike" cap="none" normalizeH="0" baseline="-2500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mf</a:t>
            </a:r>
            <a:r>
              <a:rPr kumimoji="0" lang="pt-BR" sz="2400" i="1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/</a:t>
            </a:r>
            <a:r>
              <a:rPr kumimoji="0" lang="pt-BR" sz="2400" i="1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ambria Math" pitchFamily="18" charset="0"/>
                <a:ea typeface="Cambria Math" pitchFamily="18" charset="0"/>
              </a:rPr>
              <a:t>f.R.C.</a:t>
            </a:r>
            <a:endParaRPr kumimoji="0" lang="pt-BR" sz="2400" i="1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5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491630"/>
            <a:ext cx="8280920" cy="3402378"/>
          </a:xfrm>
        </p:spPr>
        <p:txBody>
          <a:bodyPr>
            <a:noAutofit/>
          </a:bodyPr>
          <a:lstStyle/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2º passo: Determinar os parâmetros do diodo como a corrente direta máxima e a tensão reversa (</a:t>
            </a:r>
            <a:r>
              <a:rPr lang="pt-BR" sz="2400" b="1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="1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Br</a:t>
            </a:r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 que o diodo suportará.</a:t>
            </a:r>
            <a:endParaRPr lang="pt-BR" sz="24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Para isso precisaremos calcular a corrente média na carga (</a:t>
            </a:r>
            <a:r>
              <a:rPr lang="pt-BR" sz="2400" b="1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 e o valor de pico no secundário do transformador.</a:t>
            </a:r>
          </a:p>
          <a:p>
            <a:pPr algn="just"/>
            <a:endParaRPr lang="pt-BR" sz="24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pt-BR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	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	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/R ,  Assim: I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DM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/2</a:t>
            </a:r>
            <a:endParaRPr lang="pt-BR" sz="2400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5" name="Título 1"/>
          <p:cNvSpPr txBox="1">
            <a:spLocks/>
          </p:cNvSpPr>
          <p:nvPr/>
        </p:nvSpPr>
        <p:spPr>
          <a:xfrm>
            <a:off x="395536" y="195486"/>
            <a:ext cx="8350696" cy="756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Projeto de uma fonte cc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j-cs"/>
            </a:endParaRPr>
          </a:p>
        </p:txBody>
      </p:sp>
      <p:pic>
        <p:nvPicPr>
          <p:cNvPr id="14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491630"/>
            <a:ext cx="8208912" cy="3402378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Para calcular a tensão de pico no secundário do transformador, depois da filtragem, primeiro precisaremos calcular o valor da tensão de pico na carga R (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pR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).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 			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pR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 + (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/2) 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Este valor deve ser acrescido da queda de tensão dos diodos que estão em condução: </a:t>
            </a:r>
            <a:r>
              <a:rPr lang="pt-BR" sz="2400" dirty="0" err="1" smtClean="0">
                <a:solidFill>
                  <a:srgbClr val="002060"/>
                </a:solidFill>
              </a:rPr>
              <a:t>2V</a:t>
            </a:r>
            <a:r>
              <a:rPr lang="pt-BR" sz="2400" baseline="-25000" dirty="0" err="1" smtClean="0">
                <a:solidFill>
                  <a:srgbClr val="002060"/>
                </a:solidFill>
              </a:rPr>
              <a:t>γ</a:t>
            </a:r>
            <a:endParaRPr lang="pt-BR" sz="2400" baseline="-25000" dirty="0">
              <a:solidFill>
                <a:srgbClr val="002060"/>
              </a:solidFill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5" name="Título 1"/>
          <p:cNvSpPr txBox="1">
            <a:spLocks/>
          </p:cNvSpPr>
          <p:nvPr/>
        </p:nvSpPr>
        <p:spPr>
          <a:xfrm>
            <a:off x="395536" y="195486"/>
            <a:ext cx="8350696" cy="756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Projeto de uma fonte cc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j-cs"/>
            </a:endParaRPr>
          </a:p>
        </p:txBody>
      </p:sp>
      <p:pic>
        <p:nvPicPr>
          <p:cNvPr id="14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1491630"/>
            <a:ext cx="8784976" cy="3402378"/>
          </a:xfrm>
        </p:spPr>
        <p:txBody>
          <a:bodyPr>
            <a:noAutofit/>
          </a:bodyPr>
          <a:lstStyle/>
          <a:p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Com este procedimento teremos a tensão de pico no secundário do transformador (V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), depois de acrescentar o capacitor.</a:t>
            </a:r>
          </a:p>
          <a:p>
            <a:endParaRPr lang="pt-BR" sz="24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pR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 + (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/2) </a:t>
            </a:r>
          </a:p>
          <a:p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 </a:t>
            </a:r>
          </a:p>
          <a:p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pR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+ 2V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γ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,  Assim: 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V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Br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&gt;=  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2p</a:t>
            </a:r>
            <a:endParaRPr lang="pt-BR" sz="2800" dirty="0"/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5" name="Título 1"/>
          <p:cNvSpPr>
            <a:spLocks noGrp="1"/>
          </p:cNvSpPr>
          <p:nvPr>
            <p:ph type="ctrTitle"/>
          </p:nvPr>
        </p:nvSpPr>
        <p:spPr>
          <a:xfrm>
            <a:off x="395536" y="195486"/>
            <a:ext cx="8350696" cy="756084"/>
          </a:xfrm>
        </p:spPr>
        <p:txBody>
          <a:bodyPr>
            <a:normAutofit/>
          </a:bodyPr>
          <a:lstStyle/>
          <a:p>
            <a:r>
              <a:rPr lang="pt-BR" sz="32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Projeto de uma fonte cc</a:t>
            </a:r>
            <a:endParaRPr lang="pt-BR" sz="3200" b="1" dirty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4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491630"/>
            <a:ext cx="8352928" cy="2160240"/>
          </a:xfrm>
        </p:spPr>
        <p:txBody>
          <a:bodyPr>
            <a:noAutofit/>
          </a:bodyPr>
          <a:lstStyle/>
          <a:p>
            <a:pPr algn="just"/>
            <a:r>
              <a:rPr lang="pt-BR" sz="2400" b="1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3º passo:  Determinar os parâmetros do transformador:</a:t>
            </a:r>
          </a:p>
          <a:p>
            <a:pPr algn="just"/>
            <a:endParaRPr lang="pt-BR" sz="24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Tensão eficaz no secundário: 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2rms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/√2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Potência de trabalho: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= 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2p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x </a:t>
            </a:r>
            <a:r>
              <a:rPr lang="pt-BR" sz="24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pt-BR" sz="2400" baseline="-25000" dirty="0" err="1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mf</a:t>
            </a:r>
            <a:endParaRPr lang="pt-BR" sz="2400" baseline="-25000" dirty="0" smtClean="0">
              <a:solidFill>
                <a:srgbClr val="002060"/>
              </a:solidFill>
              <a:latin typeface="Cambria Math" pitchFamily="18" charset="0"/>
              <a:ea typeface="Cambria Math" pitchFamily="18" charset="0"/>
            </a:endParaRPr>
          </a:p>
          <a:p>
            <a:r>
              <a:rPr lang="pt-BR" sz="2800" dirty="0" smtClean="0">
                <a:latin typeface="Cambria Math" pitchFamily="18" charset="0"/>
                <a:ea typeface="Cambria Math" pitchFamily="18" charset="0"/>
              </a:rPr>
              <a:t> </a:t>
            </a:r>
            <a:endParaRPr lang="pt-BR" sz="28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9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1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3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sp>
        <p:nvSpPr>
          <p:cNvPr id="15" name="Título 1"/>
          <p:cNvSpPr txBox="1">
            <a:spLocks/>
          </p:cNvSpPr>
          <p:nvPr/>
        </p:nvSpPr>
        <p:spPr>
          <a:xfrm>
            <a:off x="395536" y="195486"/>
            <a:ext cx="8350696" cy="756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Projeto de uma fonte cc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j-cs"/>
            </a:endParaRPr>
          </a:p>
        </p:txBody>
      </p:sp>
      <p:pic>
        <p:nvPicPr>
          <p:cNvPr id="14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2"/>
          <p:cNvSpPr txBox="1">
            <a:spLocks/>
          </p:cNvSpPr>
          <p:nvPr/>
        </p:nvSpPr>
        <p:spPr>
          <a:xfrm>
            <a:off x="179512" y="195486"/>
            <a:ext cx="8784976" cy="918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Exercícios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39552" y="1568862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Projete uma fonte com tensão de entrada de 220V</a:t>
            </a:r>
            <a:r>
              <a:rPr lang="pt-BR" sz="2400" baseline="-250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rms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 , 60Hz e tensão média de saída de 12V com ripple 0,1V, para alimentar um circuito com resistência de entrada equivalente a 1k</a:t>
            </a:r>
            <a:r>
              <a:rPr lang="el-G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Ω</a:t>
            </a:r>
            <a:r>
              <a:rPr lang="pt-BR" sz="2400" dirty="0" smtClean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, utilizando um retificador de onda completa de ponte. Determine os parâmetros dos diodos e do transformador.</a:t>
            </a:r>
          </a:p>
        </p:txBody>
      </p:sp>
      <p:pic>
        <p:nvPicPr>
          <p:cNvPr id="11" name="Picture 4" descr="3 - Eletrônica I"/>
          <p:cNvPicPr>
            <a:picLocks noChangeAspect="1" noChangeArrowheads="1"/>
          </p:cNvPicPr>
          <p:nvPr/>
        </p:nvPicPr>
        <p:blipFill>
          <a:blip r:embed="rId2" cstate="print"/>
          <a:srcRect t="43750"/>
          <a:stretch>
            <a:fillRect/>
          </a:stretch>
        </p:blipFill>
        <p:spPr bwMode="auto">
          <a:xfrm>
            <a:off x="-11924" y="3888432"/>
            <a:ext cx="9167848" cy="1275606"/>
          </a:xfrm>
          <a:prstGeom prst="rtTriangle">
            <a:avLst/>
          </a:prstGeom>
          <a:noFill/>
        </p:spPr>
      </p:pic>
      <p:pic>
        <p:nvPicPr>
          <p:cNvPr id="14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195486"/>
            <a:ext cx="504056" cy="504056"/>
          </a:xfrm>
          <a:prstGeom prst="rect">
            <a:avLst/>
          </a:prstGeom>
          <a:noFill/>
        </p:spPr>
      </p:pic>
      <p:pic>
        <p:nvPicPr>
          <p:cNvPr id="15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5486"/>
            <a:ext cx="504056" cy="504056"/>
          </a:xfrm>
          <a:prstGeom prst="rect">
            <a:avLst/>
          </a:prstGeom>
          <a:noFill/>
        </p:spPr>
      </p:pic>
      <p:pic>
        <p:nvPicPr>
          <p:cNvPr id="16" name="Picture 10" descr="Circuit, Integrated icon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9512" y="771550"/>
            <a:ext cx="504056" cy="504056"/>
          </a:xfrm>
          <a:prstGeom prst="rect">
            <a:avLst/>
          </a:prstGeom>
          <a:noFill/>
        </p:spPr>
      </p:pic>
      <p:pic>
        <p:nvPicPr>
          <p:cNvPr id="12" name="Picture 2" descr="Inscrições abertas para o Vestibular de Medicina 2018/2 da Uniceu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7242" y="0"/>
            <a:ext cx="1569542" cy="9155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1939</TotalTime>
  <Words>877</Words>
  <Application>Microsoft Office PowerPoint</Application>
  <PresentationFormat>Apresentação na tela (16:9)</PresentationFormat>
  <Paragraphs>72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Tema do Office</vt:lpstr>
      <vt:lpstr>Eletrônica I  Retificador de Onda Completa  em ponte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Exercício: De acordo com a figura calcule: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Projeto de uma fonte cc</vt:lpstr>
      <vt:lpstr>Slide 23</vt:lpstr>
      <vt:lpstr>Slide 24</vt:lpstr>
      <vt:lpstr>Projeto de uma fonte cc</vt:lpstr>
      <vt:lpstr>Slide 26</vt:lpstr>
      <vt:lpstr>Slide 27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Empreendedorismo</dc:title>
  <dc:creator>Lílian</dc:creator>
  <cp:lastModifiedBy>Hudson Capanema</cp:lastModifiedBy>
  <cp:revision>62</cp:revision>
  <dcterms:created xsi:type="dcterms:W3CDTF">2012-11-22T16:17:04Z</dcterms:created>
  <dcterms:modified xsi:type="dcterms:W3CDTF">2020-09-09T17:53:40Z</dcterms:modified>
</cp:coreProperties>
</file>